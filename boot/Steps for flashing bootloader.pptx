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9" r:id="rId3"/>
    <p:sldId id="311" r:id="rId4"/>
    <p:sldId id="310" r:id="rId5"/>
    <p:sldId id="312" r:id="rId6"/>
    <p:sldId id="313" r:id="rId7"/>
    <p:sldId id="333" r:id="rId8"/>
    <p:sldId id="256" r:id="rId9"/>
    <p:sldId id="265" r:id="rId10"/>
    <p:sldId id="293" r:id="rId11"/>
    <p:sldId id="294" r:id="rId12"/>
    <p:sldId id="258" r:id="rId13"/>
    <p:sldId id="257" r:id="rId14"/>
    <p:sldId id="264" r:id="rId15"/>
    <p:sldId id="259" r:id="rId16"/>
    <p:sldId id="283" r:id="rId17"/>
    <p:sldId id="261" r:id="rId18"/>
    <p:sldId id="262" r:id="rId19"/>
    <p:sldId id="263" r:id="rId20"/>
    <p:sldId id="266" r:id="rId21"/>
    <p:sldId id="267" r:id="rId22"/>
    <p:sldId id="268" r:id="rId23"/>
    <p:sldId id="270" r:id="rId24"/>
    <p:sldId id="271" r:id="rId25"/>
    <p:sldId id="272" r:id="rId26"/>
    <p:sldId id="334" r:id="rId27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3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gs" Target="tags/tag170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89.xml"/><Relationship Id="rId10" Type="http://schemas.openxmlformats.org/officeDocument/2006/relationships/tags" Target="../tags/tag88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image" Target="../media/image11.png"/><Relationship Id="rId1" Type="http://schemas.openxmlformats.org/officeDocument/2006/relationships/tags" Target="../tags/tag9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45.xml"/><Relationship Id="rId8" Type="http://schemas.openxmlformats.org/officeDocument/2006/relationships/tags" Target="../tags/tag144.xml"/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屏幕截图 2023-03-24 103227"/>
          <p:cNvPicPr>
            <a:picLocks noChangeAspect="1"/>
          </p:cNvPicPr>
          <p:nvPr>
            <p:ph idx="1"/>
          </p:nvPr>
        </p:nvPicPr>
        <p:blipFill>
          <a:blip r:embed="rId1"/>
          <a:srcRect l="-298" t="-2015" r="5304" b="4219"/>
          <a:stretch>
            <a:fillRect/>
          </a:stretch>
        </p:blipFill>
        <p:spPr>
          <a:xfrm>
            <a:off x="-2540" y="1802765"/>
            <a:ext cx="12118340" cy="1255395"/>
          </a:xfrm>
          <a:prstGeom prst="rect">
            <a:avLst/>
          </a:prstGeom>
        </p:spPr>
      </p:pic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62230" y="1527810"/>
            <a:ext cx="4804410" cy="134239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10333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600" y="224790"/>
            <a:ext cx="12091035" cy="6372225"/>
          </a:xfrm>
          <a:prstGeom prst="rect">
            <a:avLst/>
          </a:prstGeom>
        </p:spPr>
      </p:pic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3747135" y="4631690"/>
            <a:ext cx="1329690" cy="67437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10340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705" y="607695"/>
            <a:ext cx="12137390" cy="6388100"/>
          </a:xfrm>
          <a:prstGeom prst="rect">
            <a:avLst/>
          </a:prstGeom>
        </p:spPr>
      </p:pic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3926840" y="4921885"/>
            <a:ext cx="1249680" cy="76517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微信图片_2023032410583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00400" y="13335"/>
            <a:ext cx="5105400" cy="68091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微信图片_2023032410584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90875" y="0"/>
            <a:ext cx="5134610" cy="68484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ctr"/>
            <a:r>
              <a:rPr lang="en-US" altLang="zh-CN" sz="4400" b="1"/>
              <a:t>POWER  ECU </a:t>
            </a:r>
            <a:r>
              <a:rPr lang="en-US" altLang="zh-CN" sz="4400" b="1">
                <a:sym typeface="+mn-ea"/>
              </a:rPr>
              <a:t>ON</a:t>
            </a:r>
            <a:endParaRPr lang="en-US" altLang="zh-CN" sz="4400" b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 descr="图片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10280" y="1647190"/>
            <a:ext cx="4793615" cy="47364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4043"/>
          <p:cNvPicPr>
            <a:picLocks noChangeAspect="1"/>
          </p:cNvPicPr>
          <p:nvPr>
            <p:ph idx="1"/>
          </p:nvPr>
        </p:nvPicPr>
        <p:blipFill>
          <a:blip r:embed="rId1"/>
          <a:srcRect r="63475" b="65337"/>
          <a:stretch>
            <a:fillRect/>
          </a:stretch>
        </p:blipFill>
        <p:spPr>
          <a:xfrm>
            <a:off x="0" y="421640"/>
            <a:ext cx="12094210" cy="6187440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>
          <a:xfrm>
            <a:off x="162560" y="607695"/>
            <a:ext cx="680085" cy="70548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5400000">
            <a:off x="-293370" y="1790065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716915" y="2106295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</a:t>
            </a:r>
            <a:endParaRPr lang="en-US" altLang="zh-CN" sz="7200"/>
          </a:p>
        </p:txBody>
      </p:sp>
      <p:sp>
        <p:nvSpPr>
          <p:cNvPr id="8" name="椭圆 7"/>
          <p:cNvSpPr/>
          <p:nvPr/>
        </p:nvSpPr>
        <p:spPr>
          <a:xfrm>
            <a:off x="608330" y="210629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屏幕截图 2023-03-24  102109"/>
          <p:cNvPicPr>
            <a:picLocks noChangeAspect="1"/>
          </p:cNvPicPr>
          <p:nvPr>
            <p:ph idx="1"/>
          </p:nvPr>
        </p:nvPicPr>
        <p:blipFill>
          <a:blip r:embed="rId1"/>
          <a:srcRect r="-138" b="6075"/>
          <a:stretch>
            <a:fillRect/>
          </a:stretch>
        </p:blipFill>
        <p:spPr>
          <a:xfrm>
            <a:off x="1200785" y="-17780"/>
            <a:ext cx="6866255" cy="6889750"/>
          </a:xfrm>
          <a:prstGeom prst="rect">
            <a:avLst/>
          </a:prstGeom>
        </p:spPr>
      </p:pic>
      <p:sp>
        <p:nvSpPr>
          <p:cNvPr id="6" name="左箭头 5"/>
          <p:cNvSpPr/>
          <p:nvPr>
            <p:custDataLst>
              <p:tags r:id="rId2"/>
            </p:custDataLst>
          </p:nvPr>
        </p:nvSpPr>
        <p:spPr>
          <a:xfrm>
            <a:off x="6561455" y="950595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513840" y="831215"/>
            <a:ext cx="5048250" cy="74803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495665" y="748030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2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8387080" y="74803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d:\Desktop\屏幕截图 2023-03-24 103951.png屏幕截图 2023-03-24 103951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0" y="608330"/>
            <a:ext cx="12160885" cy="5894705"/>
          </a:xfrm>
          <a:prstGeom prst="rect">
            <a:avLst/>
          </a:prstGeom>
        </p:spPr>
      </p:pic>
      <p:sp>
        <p:nvSpPr>
          <p:cNvPr id="3" name="椭圆 2"/>
          <p:cNvSpPr/>
          <p:nvPr>
            <p:custDataLst>
              <p:tags r:id="rId2"/>
            </p:custDataLst>
          </p:nvPr>
        </p:nvSpPr>
        <p:spPr>
          <a:xfrm>
            <a:off x="2680970" y="5314950"/>
            <a:ext cx="1854200" cy="75819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9154160" y="5385435"/>
            <a:ext cx="2762250" cy="57848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>
            <p:custDataLst>
              <p:tags r:id="rId4"/>
            </p:custDataLst>
          </p:nvPr>
        </p:nvSpPr>
        <p:spPr>
          <a:xfrm>
            <a:off x="9045575" y="5963920"/>
            <a:ext cx="1544320" cy="44196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981960" y="4093210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3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2873375" y="409321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9933305" y="4093210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4</a:t>
            </a:r>
            <a:endParaRPr lang="en-US" altLang="zh-CN" sz="720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9824720" y="409321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8061325" y="5707380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5</a:t>
            </a:r>
            <a:endParaRPr lang="en-US" altLang="zh-CN" sz="7200"/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7952740" y="570738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内容占位符 7" descr="屏幕截图 2023-03-24 081027"/>
          <p:cNvPicPr>
            <a:picLocks noChangeAspect="1"/>
          </p:cNvPicPr>
          <p:nvPr>
            <p:ph idx="1"/>
          </p:nvPr>
        </p:nvPicPr>
        <p:blipFill>
          <a:blip r:embed="rId1"/>
          <a:srcRect r="37729" b="27258"/>
          <a:stretch>
            <a:fillRect/>
          </a:stretch>
        </p:blipFill>
        <p:spPr>
          <a:xfrm>
            <a:off x="95885" y="-43180"/>
            <a:ext cx="10848975" cy="6879590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10800000">
            <a:off x="5807710" y="5624195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6899910" y="5527040"/>
            <a:ext cx="1314450" cy="62420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4"/>
            </p:custDataLst>
          </p:nvPr>
        </p:nvSpPr>
        <p:spPr>
          <a:xfrm>
            <a:off x="4542155" y="3769995"/>
            <a:ext cx="3671570" cy="48831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8213725" y="3216275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6</a:t>
            </a:r>
            <a:endParaRPr lang="en-US" altLang="zh-CN" sz="7200"/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8041640" y="333057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4886960" y="5265420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7</a:t>
            </a:r>
            <a:endParaRPr lang="en-US" altLang="zh-CN" sz="7200"/>
          </a:p>
        </p:txBody>
      </p:sp>
      <p:sp>
        <p:nvSpPr>
          <p:cNvPr id="9" name="椭圆 8"/>
          <p:cNvSpPr/>
          <p:nvPr>
            <p:custDataLst>
              <p:tags r:id="rId8"/>
            </p:custDataLst>
          </p:nvPr>
        </p:nvSpPr>
        <p:spPr>
          <a:xfrm>
            <a:off x="4714875" y="537972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屏幕截图 2023-03-24 080525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r="50671" b="-593"/>
          <a:stretch>
            <a:fillRect/>
          </a:stretch>
        </p:blipFill>
        <p:spPr>
          <a:xfrm>
            <a:off x="1169670" y="7620"/>
            <a:ext cx="8585835" cy="6950075"/>
          </a:xfrm>
          <a:prstGeom prst="rect">
            <a:avLst/>
          </a:prstGeom>
        </p:spPr>
      </p:pic>
      <p:sp>
        <p:nvSpPr>
          <p:cNvPr id="6" name="左箭头 5"/>
          <p:cNvSpPr/>
          <p:nvPr/>
        </p:nvSpPr>
        <p:spPr>
          <a:xfrm>
            <a:off x="4724400" y="1052195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513840" y="950595"/>
            <a:ext cx="3210560" cy="59880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572885" y="1199515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8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6400800" y="131381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9" name="内容占位符 28" descr="d:\Desktop\屏幕截图 2023-03-24 104721.png屏幕截图 2023-03-24 104721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572895" y="-635"/>
            <a:ext cx="8599805" cy="6837680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10800000">
            <a:off x="5971540" y="628650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7465695" y="6203950"/>
            <a:ext cx="1553845" cy="63309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742180" y="5686425"/>
            <a:ext cx="1229360" cy="4064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10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4878705" y="568642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>
            <p:custDataLst>
              <p:tags r:id="rId6"/>
            </p:custDataLst>
          </p:nvPr>
        </p:nvSpPr>
        <p:spPr>
          <a:xfrm>
            <a:off x="2416810" y="1557655"/>
            <a:ext cx="1553845" cy="63309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084955" y="1443355"/>
            <a:ext cx="74866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9</a:t>
            </a:r>
            <a:endParaRPr lang="en-US" altLang="zh-CN" sz="7200"/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3912870" y="155765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120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75" y="171450"/>
            <a:ext cx="12071985" cy="65747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内容占位符 5" descr="屏幕截图 2023-03-2 4 092055"/>
          <p:cNvPicPr>
            <a:picLocks noChangeAspect="1"/>
          </p:cNvPicPr>
          <p:nvPr>
            <p:ph idx="1"/>
          </p:nvPr>
        </p:nvPicPr>
        <p:blipFill>
          <a:blip r:embed="rId1"/>
          <a:srcRect r="68333" b="40336"/>
          <a:stretch>
            <a:fillRect/>
          </a:stretch>
        </p:blipFill>
        <p:spPr>
          <a:xfrm>
            <a:off x="671195" y="-24130"/>
            <a:ext cx="10253980" cy="6846570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>
            <a:off x="2894330" y="342900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1246505" y="3343275"/>
            <a:ext cx="1647825" cy="60325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485005" y="3165475"/>
            <a:ext cx="1188085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11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4485005" y="316547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 descr="d:\Desktop\屏幕截图 2023-03-24 104814.png屏幕截图 2023-03-24 104814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1235075" y="-635"/>
            <a:ext cx="8485505" cy="6816090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10800000">
            <a:off x="5555615" y="638556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1800860" y="1313815"/>
            <a:ext cx="3143885" cy="94869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3"/>
            </p:custDataLst>
          </p:nvPr>
        </p:nvSpPr>
        <p:spPr>
          <a:xfrm>
            <a:off x="7146290" y="6282690"/>
            <a:ext cx="1500505" cy="57531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194810" y="5707380"/>
            <a:ext cx="1717040" cy="206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13</a:t>
            </a:r>
            <a:endParaRPr lang="en-US" altLang="zh-CN" sz="7200"/>
          </a:p>
        </p:txBody>
      </p:sp>
      <p:sp>
        <p:nvSpPr>
          <p:cNvPr id="9" name="椭圆 8"/>
          <p:cNvSpPr/>
          <p:nvPr>
            <p:custDataLst>
              <p:tags r:id="rId5"/>
            </p:custDataLst>
          </p:nvPr>
        </p:nvSpPr>
        <p:spPr>
          <a:xfrm>
            <a:off x="4331970" y="570738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4845050" y="1313815"/>
            <a:ext cx="1477010" cy="3778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12</a:t>
            </a:r>
            <a:endParaRPr lang="en-US" altLang="zh-CN" sz="7200"/>
          </a:p>
        </p:txBody>
      </p:sp>
      <p:sp>
        <p:nvSpPr>
          <p:cNvPr id="11" name="椭圆 10"/>
          <p:cNvSpPr/>
          <p:nvPr>
            <p:custDataLst>
              <p:tags r:id="rId7"/>
            </p:custDataLst>
          </p:nvPr>
        </p:nvSpPr>
        <p:spPr>
          <a:xfrm>
            <a:off x="4944745" y="131381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160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8420" y="367030"/>
            <a:ext cx="11858625" cy="6417945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>
            <a:off x="7916545" y="289306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7426325" y="2893060"/>
            <a:ext cx="654050" cy="430530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507220" y="2466975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14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9613265" y="253301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163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0650" y="292735"/>
            <a:ext cx="12081510" cy="6551295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10800000">
            <a:off x="5328920" y="2999105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6737350" y="2999105"/>
            <a:ext cx="681990" cy="34607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5471795" y="1782445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15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5577840" y="184848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170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990" y="272415"/>
            <a:ext cx="12151360" cy="6557645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16200000">
            <a:off x="6383020" y="179832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6837045" y="2749550"/>
            <a:ext cx="681990" cy="34607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7287260" y="1390650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16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7393305" y="145669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180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5245" y="302260"/>
            <a:ext cx="12134850" cy="6555105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5400000">
            <a:off x="5346700" y="508762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5801360" y="4235450"/>
            <a:ext cx="681990" cy="34607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377305" y="4384040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18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6483350" y="445008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5119370" y="3889375"/>
            <a:ext cx="2070735" cy="4032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5991225" y="2672715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17</a:t>
            </a:r>
            <a:endParaRPr lang="en-US" altLang="zh-CN" sz="7200"/>
          </a:p>
        </p:txBody>
      </p:sp>
      <p:sp>
        <p:nvSpPr>
          <p:cNvPr id="9" name="椭圆 8"/>
          <p:cNvSpPr/>
          <p:nvPr>
            <p:custDataLst>
              <p:tags r:id="rId8"/>
            </p:custDataLst>
          </p:nvPr>
        </p:nvSpPr>
        <p:spPr>
          <a:xfrm>
            <a:off x="6097270" y="273875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d:\Desktop\屏幕截图 2023-03-24 081636.png屏幕截图 2023-03-24 081636"/>
          <p:cNvPicPr>
            <a:picLocks noChangeAspect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>
          <a:xfrm>
            <a:off x="26035" y="246380"/>
            <a:ext cx="12165965" cy="6597015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>
            <a:off x="7916545" y="3822065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7350760" y="3822065"/>
            <a:ext cx="681990" cy="34607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170545" y="2706370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19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8276590" y="277241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185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249555"/>
            <a:ext cx="12175490" cy="6608445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5400000">
            <a:off x="5346700" y="508762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5801360" y="4161155"/>
            <a:ext cx="681990" cy="34607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250940" y="4498975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21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6356985" y="456501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>
            <p:custDataLst>
              <p:tags r:id="rId6"/>
            </p:custDataLst>
          </p:nvPr>
        </p:nvSpPr>
        <p:spPr>
          <a:xfrm>
            <a:off x="5119370" y="3889375"/>
            <a:ext cx="2070735" cy="40322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5821045" y="2672715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20</a:t>
            </a:r>
            <a:endParaRPr lang="en-US" altLang="zh-CN" sz="7200"/>
          </a:p>
        </p:txBody>
      </p:sp>
      <p:sp>
        <p:nvSpPr>
          <p:cNvPr id="9" name="椭圆 8"/>
          <p:cNvSpPr/>
          <p:nvPr>
            <p:custDataLst>
              <p:tags r:id="rId8"/>
            </p:custDataLst>
          </p:nvPr>
        </p:nvSpPr>
        <p:spPr>
          <a:xfrm>
            <a:off x="5927090" y="2738755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193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45720" y="219075"/>
            <a:ext cx="12237085" cy="6616065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5400000">
            <a:off x="11242040" y="95631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11823065" y="29845"/>
            <a:ext cx="368935" cy="47053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532745" y="1076960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22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10638790" y="114300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屏幕截图 2023-03-24 08200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705" y="106680"/>
            <a:ext cx="12139295" cy="6557010"/>
          </a:xfrm>
          <a:prstGeom prst="rect">
            <a:avLst/>
          </a:prstGeom>
        </p:spPr>
      </p:pic>
      <p:sp>
        <p:nvSpPr>
          <p:cNvPr id="31" name="左箭头 30"/>
          <p:cNvSpPr/>
          <p:nvPr>
            <p:custDataLst>
              <p:tags r:id="rId2"/>
            </p:custDataLst>
          </p:nvPr>
        </p:nvSpPr>
        <p:spPr>
          <a:xfrm rot="5400000">
            <a:off x="5431155" y="4579620"/>
            <a:ext cx="1590675" cy="429895"/>
          </a:xfrm>
          <a:prstGeom prst="leftArrow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椭圆 2"/>
          <p:cNvSpPr/>
          <p:nvPr>
            <p:custDataLst>
              <p:tags r:id="rId3"/>
            </p:custDataLst>
          </p:nvPr>
        </p:nvSpPr>
        <p:spPr>
          <a:xfrm>
            <a:off x="5885815" y="3717925"/>
            <a:ext cx="681990" cy="346075"/>
          </a:xfrm>
          <a:prstGeom prst="ellipse">
            <a:avLst/>
          </a:prstGeom>
          <a:noFill/>
          <a:ln w="5715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461760" y="3997960"/>
            <a:ext cx="1208405" cy="426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7200"/>
              <a:t>23</a:t>
            </a:r>
            <a:endParaRPr lang="en-US" altLang="zh-CN" sz="7200"/>
          </a:p>
        </p:txBody>
      </p:sp>
      <p:sp>
        <p:nvSpPr>
          <p:cNvPr id="8" name="椭圆 7"/>
          <p:cNvSpPr/>
          <p:nvPr>
            <p:custDataLst>
              <p:tags r:id="rId5"/>
            </p:custDataLst>
          </p:nvPr>
        </p:nvSpPr>
        <p:spPr>
          <a:xfrm>
            <a:off x="6567805" y="4064000"/>
            <a:ext cx="1092835" cy="1150620"/>
          </a:xfrm>
          <a:prstGeom prst="ellipse">
            <a:avLst/>
          </a:prstGeom>
          <a:noFill/>
          <a:ln w="57150"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/>
            <a:r>
              <a:rPr lang="en-US" altLang="zh-CN" sz="4400"/>
              <a:t>Remove JTAG cable</a:t>
            </a:r>
            <a:endParaRPr lang="en-US" altLang="zh-CN" sz="4400"/>
          </a:p>
          <a:p>
            <a:pPr algn="l"/>
            <a:r>
              <a:rPr lang="en-US" altLang="zh-CN" sz="4400"/>
              <a:t>Must power off 1s</a:t>
            </a:r>
            <a:endParaRPr lang="en-US" altLang="zh-CN" sz="4400"/>
          </a:p>
          <a:p>
            <a:pPr algn="l"/>
            <a:r>
              <a:rPr lang="en-US" altLang="zh-CN" sz="4400"/>
              <a:t>Power ECU on and flash app s19 by USBtoCAN tool </a:t>
            </a:r>
            <a:endParaRPr lang="en-US" altLang="zh-CN" sz="4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2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8.xml><?xml version="1.0" encoding="utf-8"?>
<p:tagLst xmlns:p="http://schemas.openxmlformats.org/presentationml/2006/main">
  <p:tag name="KSO_WM_UNIT_PLACING_PICTURE_USER_VIEWPORT" val="{&quot;height&quot;:6857,&quot;width&quot;:17274}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70.xml><?xml version="1.0" encoding="utf-8"?>
<p:tagLst xmlns:p="http://schemas.openxmlformats.org/presentationml/2006/main">
  <p:tag name="COMMONDATA" val="eyJoZGlkIjoiNjdjMjM0YTU1OWM4NWEwYTdhMmUyZDRlNzU3ZDQ2NTYifQ=="/>
  <p:tag name="KSO_WPP_MARK_KEY" val="bd89e139-15ce-48af-ab40-99e061bc0d9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演示</Application>
  <PresentationFormat>宽屏</PresentationFormat>
  <Paragraphs>76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Administrator</cp:lastModifiedBy>
  <cp:revision>189</cp:revision>
  <dcterms:created xsi:type="dcterms:W3CDTF">2019-06-19T02:08:00Z</dcterms:created>
  <dcterms:modified xsi:type="dcterms:W3CDTF">2023-03-24T03:14:00Z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7A6AED973BD240D486C458ECCAC673A6</vt:lpwstr>
  </property>
</Properties>
</file>